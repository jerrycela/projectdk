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元素地城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8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ELEMENTAL DUNGEON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結合元素反應系統的創新塔防遊戲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023360"/>
            <a:ext cx="548640" cy="5486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023360"/>
            <a:ext cx="548640" cy="54864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023360"/>
            <a:ext cx="548640" cy="54864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4023360"/>
            <a:ext cx="548640" cy="54864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23360"/>
            <a:ext cx="548640" cy="5486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遊戲設計文件 v1.0  |  2026年2月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執行摘要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專案概述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《元素地城》以經典《Dungeon Warfare》為基礎，融入元素反應系統與英雄單位機制，創造獨特的策略深度。玩家扮演地城守護者，透過陷阱與英雄的元素組合，觸發強大連鎖反應阻止入侵者。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51760" cy="14630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54864" cy="14630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元素反應系統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5種元素產生15+種反應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創造深度策略體驗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651760" cy="14630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468880"/>
            <a:ext cx="54864" cy="1463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英雄單位機制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部署英雄施放法術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與陷阱協同作戰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468880"/>
            <a:ext cx="2651760" cy="14630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468880"/>
            <a:ext cx="54864" cy="1463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網頁即玩體驗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Phaser.js 開發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無需下載即可遊玩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專案規格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開發週期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個月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0604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技術框架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Phaser.js + TypeScript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美術風格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像素藝術 32x32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版本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3關卡 / 8陷阱 / 3英雄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元素系統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核心創新機制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645920" cy="73152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狀態：潮濕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增加冰/雷傷害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94560" y="1097280"/>
            <a:ext cx="164592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94560" y="1097280"/>
            <a:ext cx="1645920" cy="73152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258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19456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28600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狀態：灼燒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28600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每秒5點傷害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931920" y="1097280"/>
            <a:ext cx="164592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931920" y="1097280"/>
            <a:ext cx="1645920" cy="73152"/>
          </a:xfrm>
          <a:prstGeom prst="rect">
            <a:avLst/>
          </a:prstGeom>
          <a:solidFill>
            <a:srgbClr val="9B59B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588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3192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393192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02336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狀態：感電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02336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15%機率麻痺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669280" y="1097280"/>
            <a:ext cx="164592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669280" y="1097280"/>
            <a:ext cx="1645920" cy="73152"/>
          </a:xfrm>
          <a:prstGeom prst="rect">
            <a:avLst/>
          </a:prstGeom>
          <a:solidFill>
            <a:srgbClr val="5DADE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25880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566928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76072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狀態：冰凍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76072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減速40%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406640" y="1097280"/>
            <a:ext cx="164592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406640" y="1097280"/>
            <a:ext cx="1645920" cy="73152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325880"/>
            <a:ext cx="640080" cy="6400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0664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毒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74066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49808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狀態：中毒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49808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持續真傷可疊加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特殊狀態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457200" y="4023360"/>
            <a:ext cx="4114800" cy="82296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3" name="Text 36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油污 (Oil)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減速30%，大幅增加火焰傷害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4754880" y="4023360"/>
            <a:ext cx="4114800" cy="82296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4754880" y="4023360"/>
            <a:ext cx="54864" cy="82296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47" name="Text 40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金屬 (Metal)</a:t>
            </a:r>
            <a:endParaRPr lang="en-US" sz="1400" dirty="0"/>
          </a:p>
        </p:txBody>
      </p:sp>
      <p:sp>
        <p:nvSpPr>
          <p:cNvPr id="48" name="Text 41"/>
          <p:cNvSpPr/>
          <p:nvPr/>
        </p:nvSpPr>
        <p:spPr>
          <a:xfrm>
            <a:off x="49377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雷電傷害+100%，可傳導周圍敵人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元素反應矩陣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194560"/>
        </p:xfrm>
        <a:graphic>
          <a:graphicData uri="http://schemas.openxmlformats.org/drawingml/2006/table">
            <a:tbl>
              <a:tblPr/>
              <a:tblGrid>
                <a:gridCol w="1645920"/>
                <a:gridCol w="1316736"/>
                <a:gridCol w="1316736"/>
                <a:gridCol w="1316736"/>
                <a:gridCol w="1316736"/>
                <a:gridCol w="131673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觸發↓ / 狀態→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98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潮濕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灼燒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AD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冰凍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感電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98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蒸發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DAD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凍結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毒水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火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蒸發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融化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感電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DAD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AD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DAD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凍結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融化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DAD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冰毒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毒水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冰毒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S級反應（最強）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794760"/>
            <a:ext cx="4114800" cy="10972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794760"/>
            <a:ext cx="54864" cy="10972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感電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1168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潮濕+雷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80傷害 + 麻痺1.5秒 + 範圍傳導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3794760"/>
            <a:ext cx="4114800" cy="10972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3794760"/>
            <a:ext cx="54864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油爆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936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油污+火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150範圍傷害 + 地面燃燒5秒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陷阱系統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陷阱名稱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費用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傷害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特殊效果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63040"/>
            <a:ext cx="4572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火焰噴射器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附加灼燒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4572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電擊板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2011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連鎖3目標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468880"/>
            <a:ext cx="45720" cy="45720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冰凍地板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0" y="2514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2514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減速50%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4572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水流陷阱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6032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擊退+潮濕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474720"/>
            <a:ext cx="45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毒氣噴口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5603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毒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747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10/秒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中毒10秒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977640"/>
            <a:ext cx="4572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油污地板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56032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7472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38912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減速+易燃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4572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陷阱升級系統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743200" y="4617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每種陷阱可升級至 Lv.5，第3級與第5級解鎖特殊能力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英雄系統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可部署的元素法術施放者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0" cy="38862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743200" cy="9144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801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艾琳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水系法師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200  |  MP: 100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元素附著專家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水球術：15傷害+潮濕8秒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暴雨領域：3x3持續潮濕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海嘯：100傷害+擊退5格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37560" y="1051560"/>
            <a:ext cx="2743200" cy="38862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051560"/>
            <a:ext cx="2743200" cy="91440"/>
          </a:xfrm>
          <a:prstGeom prst="rect">
            <a:avLst/>
          </a:prstGeom>
          <a:solidFill>
            <a:srgbClr val="9B59B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乙太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3375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雷系法師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150  |  MP: 120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3756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高傷害輸出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747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雷擊：30傷害，潮濕+50%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7472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連鎖閃電：5目標連鎖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7472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雷霆風暴：5x5持續傷害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17920" y="1051560"/>
            <a:ext cx="2743200" cy="38862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051560"/>
            <a:ext cx="2743200" cy="914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731520" cy="7315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79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芙蕾雅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6217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火系戰士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21792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350  |  MP: 80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1792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近戰坦克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5508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烈焰斬：35傷害+灼燒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35508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火焰護盾：吸收100傷害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35508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被動：可阻擋3名敵人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敵人系統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基礎敵人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45920" cy="10058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哥布林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50  速度: 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金幣: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1417320"/>
            <a:ext cx="1645920" cy="10058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1417320"/>
            <a:ext cx="54864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骷髏兵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80  速度: 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金幣: 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1417320"/>
            <a:ext cx="1645920" cy="10058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417320"/>
            <a:ext cx="54864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獸人戰士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150  速度: 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6908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金幣: 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1645920" cy="10058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1417320"/>
            <a:ext cx="54864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盜賊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60  速度: 極快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金幣: 20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1417320"/>
            <a:ext cx="1645920" cy="10058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417320"/>
            <a:ext cx="54864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元素史萊姆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380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100  速度: 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4380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金幣: 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進階敵人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20574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97180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盾衛兵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300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正面格擋80%傷害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33472" y="2971800"/>
            <a:ext cx="20574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633472" y="297180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8" name="Text 36"/>
          <p:cNvSpPr/>
          <p:nvPr/>
        </p:nvSpPr>
        <p:spPr>
          <a:xfrm>
            <a:off x="2770632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炸彈矮人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70632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80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70632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死亡時爆炸傷害陷阱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9744" y="2971800"/>
            <a:ext cx="20574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9744" y="297180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3" name="Text 41"/>
          <p:cNvSpPr/>
          <p:nvPr/>
        </p:nvSpPr>
        <p:spPr>
          <a:xfrm>
            <a:off x="4946904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巨魔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46904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500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46904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生命再生，控制抗性+50%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86016" y="2971800"/>
            <a:ext cx="20574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86016" y="297180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7123176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金屬傀儡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123176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400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23176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免疫物理，弱雷電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4114800" cy="59436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" y="4434840"/>
            <a:ext cx="54864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骷髏王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011680" y="4553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2000  |  召喚骷髏兵  |  可復活一次  |  弱點：火焰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4434840"/>
            <a:ext cx="4114800" cy="59436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72000" y="4434840"/>
            <a:ext cx="54864" cy="5943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風暴元素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126480" y="4553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HP: 1500  |  免疫雷電  |  攻擊陷阱  |  弱點：冰凍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技術架構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遊戲引擎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Phaser.js 3.70+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7432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程式語言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7432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建置工具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27432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狀態管理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 ECS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7560" y="2103120"/>
            <a:ext cx="27432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10312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存檔系統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2103120"/>
            <a:ext cx="27432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10312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部署平台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核心架構：Entity-Component-System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27432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Trap, Enemy, Hero, Projectile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37560" y="3566160"/>
            <a:ext cx="27432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566160"/>
            <a:ext cx="54864" cy="9144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20440" y="3977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Position, Health, Element, Status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566160"/>
            <a:ext cx="2743200" cy="91440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566160"/>
            <a:ext cx="54864" cy="9144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3977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Movement, Combat, Reaction, Render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效能目標：桌面 60 FPS  |  行動裝置 30 FPS  |  物件池技術  |  批次渲染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開發時程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個月完整規劃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37160" cy="502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97280"/>
            <a:ext cx="8229600" cy="5029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原型開發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207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M0-2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12070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核心循環、陷阱系統、反應原型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13716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737360"/>
            <a:ext cx="8229600" cy="5029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開發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1847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M2-5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8470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3關卡、8陷阱、3英雄、基礎UI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13716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377440"/>
            <a:ext cx="8229600" cy="5029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測試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2487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內部測試、Bug修復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3716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017520"/>
            <a:ext cx="8229600" cy="5029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內容擴展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154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M6-9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3127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10+關卡、完整英雄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137160" cy="50292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3657600"/>
            <a:ext cx="8229600" cy="5029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測試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3767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3794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M9-10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3767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公開測試、社群反饋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1371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297680"/>
            <a:ext cx="8229600" cy="5029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389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發布準備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68880" y="44074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M10-12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0" y="44074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美術潤飾、本地化、上線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983480"/>
            <a:ext cx="8366760" cy="502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983480"/>
            <a:ext cx="54864" cy="5029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里程碑（第5個月）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840480" y="5102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完整可玩 Demo：3關卡 + 8陷阱 + 3英雄 + 元素反應 + 60 FPS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商業模式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777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F2P + 內購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23774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免費內容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5 個關卡完整遊玩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全部基礎陷阱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位免費英雄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基礎元素反應系統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37744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54864" cy="23774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完整版解鎖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 USD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20+ 關卡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全部陷阱與英雄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無盡模式 + 挑戰模式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未來更新內容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目標市場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0574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策略遊戲愛好者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33472" y="4023360"/>
            <a:ext cx="20574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33472" y="4023360"/>
            <a:ext cx="54864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2770632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塔防遊戲玩家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70632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9744" y="4023360"/>
            <a:ext cx="20574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4023360"/>
            <a:ext cx="54864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946904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原神玩家群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46904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熟悉元素反應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86016" y="4023360"/>
            <a:ext cx="2057400" cy="86868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86016" y="4023360"/>
            <a:ext cx="54864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7123176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獨立遊戲愛好者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23176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像素風格愛好者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元素地城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創新塔防遊戲的新紀元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種元素反應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0175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位獨特英雄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3776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個月開發週期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完整版價格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準備好開啟元素反應的策略之旅了嗎？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感謝您的關注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元素地城 - 遊戲設計文件</dc:title>
  <dc:subject>PptxGenJS Presentation</dc:subject>
  <dc:creator>Game Design Team</dc:creator>
  <cp:lastModifiedBy>Game Design Team</cp:lastModifiedBy>
  <cp:revision>1</cp:revision>
  <dcterms:created xsi:type="dcterms:W3CDTF">2026-02-05T02:57:13Z</dcterms:created>
  <dcterms:modified xsi:type="dcterms:W3CDTF">2026-02-05T02:57:13Z</dcterms:modified>
</cp:coreProperties>
</file>